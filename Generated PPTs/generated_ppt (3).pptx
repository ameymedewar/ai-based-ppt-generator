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Amey - Resume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solidFill>
                  <a:srgbClr val="333333"/>
                </a:solidFill>
              </a:defRPr>
            </a:pPr>
            <a:r>
              <a:t>Showcasing a Future-Ready IT Professional</a:t>
            </a:r>
          </a:p>
          <a:p>
            <a:pPr>
              <a:defRPr sz="2400" i="1">
                <a:solidFill>
                  <a:srgbClr val="333333"/>
                </a:solidFill>
              </a:defRPr>
            </a:pPr>
            <a:r>
              <a:t>Driving Innovation with Deep Learning &amp; AI Expertise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Professional Overview &amp; Aspirations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A highly motivated B.Tech IT student with a strong academic record (CGPA: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9.5/10).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Specializing in Artificial Intelligence, Machine Learning, and Deep Learning.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Proven ability to develop innovative solutions, from AI-powered tools to medical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diagnosis systems.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Seeking challenging roles to apply technical expertise and contribute to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cutting-edge projects.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Contact: +91 8530626210 | ameymedewar001@gmail.com | LinkedIn | GitHub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Education &amp; Academic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SGGSIE&amp;T, Nanded, Maharashtra: B.Tech in Information Technology (Present -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May 2026)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Achieved an outstanding CGPA of 9.5/10.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Secured Rank 1 in the 1st, 2nd, and 3rd years of academics.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GATE 2025 (Data Science and AI): Cleared with a GATE score of 417.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Jawahar Navodaya Vidyalaya: Higher Secondary Certificate (91.33%).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Technical Competencies &amp; Skill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Programming Languages: Python, Java, C++, C.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Key Technologies: Neural Networks, Natural Language Processing (NLP),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Computer Vision, Deep Learning, Machine Learning, LLMs, Langchain.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Frameworks/Libraries: NumPy, Pandas, Matplotlib, PyTorch, Scikit-learn.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CS Constructs: Data Structures, Operating Systems, Database Management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System, Computer Networks.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Tools/Software: Linux, GitHub, Docker, Wireshark, Neo4j.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Impactful Projects &amp;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AI Based PowerPoint Presentation Generator: Developed an AI tool using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Python and Langchain to generate slides from user input.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Bone Fracture Detection using Ensemble Learning: Achieved 92% accuracy in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medical image analysis.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Pothole Segmentation (Deep Learning, Python): Engineered a YOLO-based model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for accurate detection and segmentation.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Explore more projects: Visit the comprehensive portfolio via GitHub 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Professional &amp; Research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Software Engineering Intern | miniOrange, Pune (June – July 2025):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Implemented SSO using OAuth 2.0 for WordPress security enhancement.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Machine Learning Intern | Cloud Cad AI (Mar – June 2025): Developed an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AI-integrated PLM system for the manufacturing industry.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Research Intern | Ganpat University, Mahesana (Jan – Mar 2025): Selected for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WSRIP program, specializing in medical diagnosis research.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Research Intern | Amity University, Noida (Jun – Jul 2024): Selected for the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prestigious USRF program, focusing on deep learning research.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Achievements, Leadership &amp; Continuous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Competitive Programming: Global rank in top 60,000 on LeetCode, with 1,000+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DSA problems solved.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Leadership Roles: Class Representative for two years, Placement Drives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Executive (Training and Placement Cell).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Research &amp; Publications: Co-authored "A Review on Fire and Smoke Detection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and Control using Machine Learning and IoT."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Certifications: Fundamentals of Deep Learning (Nvidia), Bootcamp on Wireless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Security (IIT Hyderabad).</a:t>
            </a:r>
          </a:p>
          <a:p>
            <a:pPr>
              <a:defRPr sz="2000" b="0">
                <a:solidFill>
                  <a:srgbClr val="000000"/>
                </a:solidFill>
              </a:defRPr>
            </a:pPr>
            <a:r>
              <a:t>Awards: Rank 1 at Ganpat University’s WSRIP-2024 Competition.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