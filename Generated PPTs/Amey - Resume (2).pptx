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"/>
            <a:ext cx="6858000" cy="1645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4400" b="1">
                <a:solidFill>
                  <a:srgbClr val="003366"/>
                </a:solidFill>
              </a:defRPr>
            </a:pPr>
            <a:r>
              <a:t>Amey - Resume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6858000" cy="1371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800">
                <a:solidFill>
                  <a:srgbClr val="2F4F4F"/>
                </a:solidFill>
              </a:defRPr>
            </a:pPr>
            <a:r>
              <a:t>Informative Presentation for Recruiters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41148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  <a:p>
            <a:pPr algn="l">
              <a:defRPr sz="1600">
                <a:solidFill>
                  <a:srgbClr val="3B3B3B"/>
                </a:solidFill>
              </a:defRPr>
            </a:pPr>
            <a:r>
              <a:t>Author: Amey Medewar</a:t>
            </a:r>
          </a:p>
          <a:p>
            <a:pPr algn="l">
              <a:defRPr sz="1600">
                <a:solidFill>
                  <a:srgbClr val="3B3B3B"/>
                </a:solidFill>
              </a:defRPr>
            </a:pPr>
            <a:r>
              <a:t>Date: July 26, 2024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685800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800">
                <a:solidFill>
                  <a:srgbClr val="003366"/>
                </a:solidFill>
              </a:defRPr>
            </a:pPr>
            <a:r>
              <a:t>Showcasing Expertise in AI, Machine Learning, and Software Development</a:t>
            </a:r>
          </a:p>
        </p:txBody>
      </p:sp>
      <p:pic>
        <p:nvPicPr>
          <p:cNvPr id="6" name="Picture 5" descr="defaul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0"/>
            <a:ext cx="48463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Competencies &amp; Education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rPr sz="2000" b="1"/>
              <a:t>Academic Foundation</a:t>
            </a:r>
            <a:r>
              <a:rPr sz="2000" b="0"/>
              <a:t>: Pursuing </a:t>
            </a:r>
            <a:r>
              <a:rPr sz="2000" b="1"/>
              <a:t>B.Tech in Information Technology</a:t>
            </a:r>
            <a:r>
              <a:rPr sz="2000" b="0"/>
              <a:t> from SGGSIE&amp;T, Nanded, maintaining an outstanding </a:t>
            </a:r>
            <a:r>
              <a:rPr sz="2000" b="1"/>
              <a:t>CGPA of 9.5/10</a:t>
            </a:r>
            <a:r>
              <a:rPr sz="2000" b="0"/>
              <a:t>, graduating May 2026.</a:t>
            </a:r>
          </a:p>
          <a:p>
            <a:pPr>
              <a:defRPr sz="2000"/>
            </a:pPr>
            <a:r>
              <a:rPr sz="2000" b="1"/>
              <a:t>Programming Prowess</a:t>
            </a:r>
            <a:r>
              <a:rPr sz="2000" b="0"/>
              <a:t>: Proficient in </a:t>
            </a:r>
            <a:r>
              <a:rPr sz="2000" b="1"/>
              <a:t>Python, Java, C++, C</a:t>
            </a:r>
            <a:r>
              <a:rPr sz="2000" b="0"/>
              <a:t>, with strong fundamentals in </a:t>
            </a:r>
            <a:r>
              <a:rPr sz="2000" b="1"/>
              <a:t>Data Structures, Operating Systems, DBMS, and Computer Networks</a:t>
            </a:r>
            <a:r>
              <a:rPr sz="2000" b="0"/>
              <a:t>.</a:t>
            </a:r>
          </a:p>
          <a:p>
            <a:pPr>
              <a:defRPr sz="2000"/>
            </a:pPr>
            <a:r>
              <a:rPr sz="2000" b="1"/>
              <a:t>AI/ML Specialization</a:t>
            </a:r>
            <a:r>
              <a:rPr sz="2000" b="0"/>
              <a:t>: Expertise in </a:t>
            </a:r>
            <a:r>
              <a:rPr sz="2000" b="1"/>
              <a:t>Deep Learning, Machine Learning, Natural Language Processing (NLP), Computer Vision, LLMs, and Langchain</a:t>
            </a:r>
            <a:r>
              <a:rPr sz="2000" b="0"/>
              <a:t>.</a:t>
            </a:r>
          </a:p>
          <a:p>
            <a:pPr>
              <a:defRPr sz="2000"/>
            </a:pPr>
            <a:r>
              <a:rPr sz="2000" b="1"/>
              <a:t>Tools &amp; Frameworks</a:t>
            </a:r>
            <a:r>
              <a:rPr sz="2000" b="0"/>
              <a:t>: Skilled with </a:t>
            </a:r>
            <a:r>
              <a:rPr sz="2000" b="1"/>
              <a:t>NumPy, Pandas, PyTorch, Scikit-learn</a:t>
            </a:r>
            <a:r>
              <a:rPr sz="2000" b="0"/>
              <a:t>, and development tools including </a:t>
            </a:r>
            <a:r>
              <a:rPr sz="2000" b="1"/>
              <a:t>Linux, GitHub, Docker, and Colab</a:t>
            </a:r>
            <a:r>
              <a:rPr sz="2000" b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Impactful Projects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rPr sz="2000" b="1"/>
              <a:t>AI-Powered Presentation Generator</a:t>
            </a:r>
            <a:r>
              <a:rPr sz="2000" b="0"/>
              <a:t>: Built an </a:t>
            </a:r>
            <a:r>
              <a:rPr sz="2000" b="1"/>
              <a:t>Agentic AI tool (Python, Langchain)</a:t>
            </a:r>
            <a:r>
              <a:rPr sz="2000" b="0"/>
              <a:t> to automate PowerPoint slide creation directly from user input.</a:t>
            </a:r>
          </a:p>
          <a:p>
            <a:pPr>
              <a:defRPr sz="2000"/>
            </a:pPr>
            <a:r>
              <a:rPr sz="2000" b="1"/>
              <a:t>Bone Fracture Detection</a:t>
            </a:r>
            <a:r>
              <a:rPr sz="2000" b="0"/>
              <a:t>: Achieved </a:t>
            </a:r>
            <a:r>
              <a:rPr sz="2000" b="1"/>
              <a:t>92% accuracy</a:t>
            </a:r>
            <a:r>
              <a:rPr sz="2000" b="0"/>
              <a:t> in medical image analysis using </a:t>
            </a:r>
            <a:r>
              <a:rPr sz="2000" b="1"/>
              <a:t>ensemble deep learning models</a:t>
            </a:r>
            <a:r>
              <a:rPr sz="2000" b="0"/>
              <a:t> for precise fracture detection.</a:t>
            </a:r>
          </a:p>
          <a:p>
            <a:pPr>
              <a:defRPr sz="2000"/>
            </a:pPr>
            <a:r>
              <a:rPr sz="2000" b="1"/>
              <a:t>Pothole Segmentation</a:t>
            </a:r>
            <a:r>
              <a:rPr sz="2000" b="0"/>
              <a:t>: Engineered a </a:t>
            </a:r>
            <a:r>
              <a:rPr sz="2000" b="1"/>
              <a:t>YOLO-based deep learning model</a:t>
            </a:r>
            <a:r>
              <a:rPr sz="2000" b="0"/>
              <a:t> for accurate </a:t>
            </a:r>
            <a:r>
              <a:rPr sz="2000" b="1"/>
              <a:t>pothole detection and segmentation</a:t>
            </a:r>
            <a:r>
              <a:rPr sz="2000" b="0"/>
              <a:t> (Computer Vision, TensorFlow).</a:t>
            </a:r>
          </a:p>
          <a:p>
            <a:pPr>
              <a:defRPr sz="2000"/>
            </a:pPr>
            <a:r>
              <a:rPr sz="2000" b="1"/>
              <a:t>Project Portfolio</a:t>
            </a:r>
            <a:r>
              <a:rPr sz="2000" b="0"/>
              <a:t>: Discover more innovative projects and detailed implementations via the provided </a:t>
            </a:r>
            <a:r>
              <a:rPr sz="2000" b="1"/>
              <a:t>GitHub portfolio link</a:t>
            </a:r>
            <a:r>
              <a:rPr sz="2000" b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Professional &amp; Research Engagements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rPr sz="2000" b="1"/>
              <a:t>Software Engineering Intern (miniOrange)</a:t>
            </a:r>
            <a:r>
              <a:rPr sz="2000" b="0"/>
              <a:t>: Implemented </a:t>
            </a:r>
            <a:r>
              <a:rPr sz="2000" b="1"/>
              <a:t>OAuth 2.0 Single Sign-On (SSO)</a:t>
            </a:r>
            <a:r>
              <a:rPr sz="2000" b="0"/>
              <a:t> for WordPress websites, significantly enhancing security protocols.</a:t>
            </a:r>
          </a:p>
          <a:p>
            <a:pPr>
              <a:defRPr sz="2000"/>
            </a:pPr>
            <a:r>
              <a:rPr sz="2000" b="1"/>
              <a:t>Machine Learning Intern (Cloud Cad AI)</a:t>
            </a:r>
            <a:r>
              <a:rPr sz="2000" b="0"/>
              <a:t>: Developed an </a:t>
            </a:r>
            <a:r>
              <a:rPr sz="2000" b="1"/>
              <a:t>AI-integrated Product Lifecycle Management (PLM) system</a:t>
            </a:r>
            <a:r>
              <a:rPr sz="2000" b="0"/>
              <a:t> for the manufacturing sector.</a:t>
            </a:r>
          </a:p>
          <a:p>
            <a:pPr>
              <a:defRPr sz="2000"/>
            </a:pPr>
            <a:r>
              <a:rPr sz="2000" b="1"/>
              <a:t>Research Intern (Ganpat University)</a:t>
            </a:r>
            <a:r>
              <a:rPr sz="2000" b="0"/>
              <a:t>: Selected for the </a:t>
            </a:r>
            <a:r>
              <a:rPr sz="2000" b="1"/>
              <a:t>WSRIP program</a:t>
            </a:r>
            <a:r>
              <a:rPr sz="2000" b="0"/>
              <a:t>, focusing on </a:t>
            </a:r>
            <a:r>
              <a:rPr sz="2000" b="1"/>
              <a:t>medical diagnosis research</a:t>
            </a:r>
            <a:r>
              <a:rPr sz="2000" b="0"/>
              <a:t> to advance healthcare solutions.</a:t>
            </a:r>
          </a:p>
          <a:p>
            <a:pPr>
              <a:defRPr sz="2000"/>
            </a:pPr>
            <a:r>
              <a:rPr sz="2000" b="1"/>
              <a:t>Research Intern (Amity University)</a:t>
            </a:r>
            <a:r>
              <a:rPr sz="2000" b="0"/>
              <a:t>: Chosen for the prestigious </a:t>
            </a:r>
            <a:r>
              <a:rPr sz="2000" b="1"/>
              <a:t>USRF program</a:t>
            </a:r>
            <a:r>
              <a:rPr sz="2000" b="0"/>
              <a:t> (top 30 students nationwide), specializing in </a:t>
            </a:r>
            <a:r>
              <a:rPr sz="2000" b="1"/>
              <a:t>deep learning research</a:t>
            </a:r>
            <a:r>
              <a:rPr sz="2000" b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Academic &amp; Competitive Achievements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rPr sz="2000" b="1"/>
              <a:t>Competitive Programming</a:t>
            </a:r>
            <a:r>
              <a:rPr sz="2000" b="0"/>
              <a:t>: Achieved a global rank in the </a:t>
            </a:r>
            <a:r>
              <a:rPr sz="2000" b="1"/>
              <a:t>top 60,000 on LeetCode</a:t>
            </a:r>
            <a:r>
              <a:rPr sz="2000" b="0"/>
              <a:t>, solving </a:t>
            </a:r>
            <a:r>
              <a:rPr sz="2000" b="1"/>
              <a:t>1,000+ Data Structures and Algorithms problems</a:t>
            </a:r>
            <a:r>
              <a:rPr sz="2000" b="0"/>
              <a:t>.</a:t>
            </a:r>
          </a:p>
          <a:p>
            <a:pPr>
              <a:defRPr sz="2000"/>
            </a:pPr>
            <a:r>
              <a:rPr sz="2000" b="1"/>
              <a:t>Academic Excellence</a:t>
            </a:r>
            <a:r>
              <a:rPr sz="2000" b="0"/>
              <a:t>: Consistently secured </a:t>
            </a:r>
            <a:r>
              <a:rPr sz="2000" b="1"/>
              <a:t>Rank 1 in all three academic years</a:t>
            </a:r>
            <a:r>
              <a:rPr sz="2000" b="0"/>
              <a:t> at the institute, demonstrating sustained high performance.</a:t>
            </a:r>
          </a:p>
          <a:p>
            <a:pPr>
              <a:defRPr sz="2000"/>
            </a:pPr>
            <a:r>
              <a:rPr sz="2000" b="1"/>
              <a:t>GATE 2025 Qualified</a:t>
            </a:r>
            <a:r>
              <a:rPr sz="2000" b="0"/>
              <a:t>: Cleared </a:t>
            </a:r>
            <a:r>
              <a:rPr sz="2000" b="1"/>
              <a:t>GATE 2025 in Data Science and AI (DA)</a:t>
            </a:r>
            <a:r>
              <a:rPr sz="2000" b="0"/>
              <a:t> with a strong score of </a:t>
            </a:r>
            <a:r>
              <a:rPr sz="2000" b="1"/>
              <a:t>417</a:t>
            </a:r>
            <a:r>
              <a:rPr sz="2000" b="0"/>
              <a:t>, validating specialized knowledge.</a:t>
            </a:r>
          </a:p>
          <a:p>
            <a:pPr>
              <a:defRPr sz="2000"/>
            </a:pPr>
            <a:r>
              <a:rPr sz="2000" b="1"/>
              <a:t>Leadership &amp; Awards</a:t>
            </a:r>
            <a:r>
              <a:rPr sz="2000" b="0"/>
              <a:t>: Served as </a:t>
            </a:r>
            <a:r>
              <a:rPr sz="2000" b="1"/>
              <a:t>Class Representative for two years</a:t>
            </a:r>
            <a:r>
              <a:rPr sz="2000" b="0"/>
              <a:t> and achieved </a:t>
            </a:r>
            <a:r>
              <a:rPr sz="2000" b="1"/>
              <a:t>Rank 1 at Ganpat University’s WSRIP-2024 Competition</a:t>
            </a:r>
            <a:r>
              <a:rPr sz="2000" b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/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400" b="1">
                <a:solidFill>
                  <a:srgbClr val="003366"/>
                </a:solidFill>
              </a:defRPr>
            </a:pPr>
            <a:r>
              <a:t>Summary Points:</a:t>
            </a:r>
          </a:p>
          <a:p>
            <a:pPr>
              <a:spcAft>
                <a:spcPts val="500"/>
              </a:spcAft>
              <a:defRPr sz="2000"/>
            </a:pPr>
            <a:r>
              <a:t>Academic Excellence: Achieved Rank 1 consistently with an exceptional 9.5/10 CGPA in B.Tech IT.</a:t>
            </a:r>
          </a:p>
          <a:p>
            <a:pPr>
              <a:spcAft>
                <a:spcPts val="500"/>
              </a:spcAft>
              <a:defRPr sz="2000"/>
            </a:pPr>
            <a:r>
              <a:t>AI/ML Specialization: Strong proficiency in Deep Learning, NLP, Computer Vision, LLMs, and Langchain.</a:t>
            </a:r>
          </a:p>
          <a:p>
            <a:pPr>
              <a:spcAft>
                <a:spcPts val="500"/>
              </a:spcAft>
              <a:defRPr sz="2000"/>
            </a:pPr>
            <a:r>
              <a:t>Diverse Experience: Gained practical skills through Software Engineering and ML internships, implementing SSO and AI-integrated PLM.</a:t>
            </a:r>
          </a:p>
          <a:p>
            <a:pPr>
              <a:spcAft>
                <a:spcPts val="500"/>
              </a:spcAft>
              <a:defRPr sz="2000"/>
            </a:pPr>
            <a:r>
              <a:t>Research Contributions: Actively participated in WSRIP and USRF research programs, focusing on medical diagnosis and deep learning.</a:t>
            </a:r>
          </a:p>
          <a:p>
            <a:pPr>
              <a:spcAft>
                <a:spcPts val="500"/>
              </a:spcAft>
              <a:defRPr sz="2000"/>
            </a:pPr>
            <a:r>
              <a:t>Proven Aptitude: Demonstrated problem-solving via 1,000+ LeetCode problems and a strong GATE 2025 (DA) score.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i="1">
                <a:solidFill>
                  <a:srgbClr val="505050"/>
                </a:solidFill>
              </a:defRPr>
            </a:pPr>
            <a:r>
              <a:t>We appreciate your time and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