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302824"/>
                </a:solidFill>
              </a:defRPr>
            </a:pPr>
            <a:r>
              <a:rPr b="0"/>
              <a:t>Amey - Resume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505050"/>
                </a:solidFill>
              </a:defRPr>
            </a:pPr>
            <a:r>
              <a:rPr b="0"/>
              <a:t>Informative Presentation for Recruiters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4000" y="5080000"/>
            <a:ext cx="3810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3366"/>
                </a:solidFill>
              </a:defRPr>
            </a:pPr>
            <a:r>
              <a:rPr b="0"/>
              <a:t>Author: Amey G M
Date: October 26, 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5842000"/>
            <a:ext cx="10160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3366"/>
                </a:solidFill>
              </a:defRPr>
            </a:pPr>
            <a:r>
              <a:rPr b="0"/>
              <a:t>Innovating with AI &amp; Deep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302824"/>
                </a:solidFill>
              </a:defRPr>
            </a:pPr>
            <a:r>
              <a:rPr b="0"/>
              <a:t>Amey Medewar: A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rPr b="1"/>
              <a:t>Contact &amp; Online Presence</a:t>
            </a:r>
          </a:p>
          <a:p>
            <a:pPr>
              <a:defRPr sz="2000"/>
            </a:pPr>
            <a:r>
              <a:rPr b="0"/>
              <a:t>Reachable at +91 8530626210 | ameymedewar001@gmail.com.</a:t>
            </a:r>
          </a:p>
          <a:p>
            <a:pPr>
              <a:defRPr sz="2000"/>
            </a:pPr>
            <a:r>
              <a:rPr b="0"/>
              <a:t>Explore professional work on GitHub, LinkedIn, Kaggle, and Google Scholar.</a:t>
            </a:r>
          </a:p>
          <a:p>
            <a:pPr>
              <a:defRPr sz="2000"/>
            </a:pPr>
            <a:r>
              <a:rPr b="1"/>
              <a:t>Academic Excellence</a:t>
            </a:r>
          </a:p>
          <a:p>
            <a:pPr>
              <a:defRPr sz="2000"/>
            </a:pPr>
            <a:r>
              <a:rPr b="0"/>
              <a:t>Currently pursuing B.Tech in Information Technology at SGGSIE&amp;T, Nanded.</a:t>
            </a:r>
          </a:p>
          <a:p>
            <a:pPr>
              <a:defRPr sz="2000"/>
            </a:pPr>
            <a:r>
              <a:rPr b="0"/>
              <a:t>Maintains an outstanding CGPA of 9.5/10, demonstrating strong academic prowess.</a:t>
            </a:r>
          </a:p>
          <a:p>
            <a:pPr>
              <a:defRPr sz="2000"/>
            </a:pPr>
            <a:r>
              <a:rPr b="1"/>
              <a:t>Core Competencies</a:t>
            </a:r>
          </a:p>
          <a:p>
            <a:pPr>
              <a:defRPr sz="2000"/>
            </a:pPr>
            <a:r>
              <a:rPr b="0"/>
              <a:t>Specializes in Deep Learning, Machine Learning, AI, and robust Data Structures.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302824"/>
                </a:solidFill>
              </a:defRPr>
            </a:pPr>
            <a:r>
              <a:rPr b="0"/>
              <a:t>Educational Foundation &amp; Academic Prowess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rPr b="1"/>
              <a:t>Higher Education</a:t>
            </a:r>
          </a:p>
          <a:p>
            <a:pPr>
              <a:defRPr sz="2000"/>
            </a:pPr>
            <a:r>
              <a:rPr b="0"/>
              <a:t>B.Tech in Information Technology, SGGSIE&amp;T, Nanded, Maharashtra (Present - May 2026).</a:t>
            </a:r>
          </a:p>
          <a:p>
            <a:pPr>
              <a:defRPr sz="2000"/>
            </a:pPr>
            <a:r>
              <a:rPr b="0"/>
              <a:t>Achieved a remarkable CGPA of 9.5/10, consistently securing top academic ranks.</a:t>
            </a:r>
          </a:p>
          <a:p>
            <a:pPr>
              <a:defRPr sz="2000"/>
            </a:pPr>
            <a:r>
              <a:rPr b="1"/>
              <a:t>Academic Achievements</a:t>
            </a:r>
          </a:p>
          <a:p>
            <a:pPr>
              <a:defRPr sz="2000"/>
            </a:pPr>
            <a:r>
              <a:rPr b="0"/>
              <a:t>Secured Rank 1 in 1st, 2nd, and 3rd years of academics at the institute.</a:t>
            </a:r>
          </a:p>
          <a:p>
            <a:pPr>
              <a:defRPr sz="2000"/>
            </a:pPr>
            <a:r>
              <a:rPr b="0"/>
              <a:t>Cleared GATE 2025 in Data Science and Artificial Intelligence (DA) with a score of 417.</a:t>
            </a:r>
          </a:p>
          <a:p>
            <a:pPr>
              <a:defRPr sz="2000"/>
            </a:pPr>
            <a:r>
              <a:rPr b="1"/>
              <a:t>Early Education</a:t>
            </a:r>
          </a:p>
          <a:p>
            <a:pPr>
              <a:defRPr sz="2000"/>
            </a:pPr>
            <a:r>
              <a:rPr b="0"/>
              <a:t>Higher Secondary Certificate from Jawahar Navodaya Vidyalaya (Jul 2020 - Jun 2022) with 91.33%.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302824"/>
                </a:solidFill>
              </a:defRPr>
            </a:pPr>
            <a:r>
              <a:rPr b="0"/>
              <a:t>Technical Skills &amp; Expertise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rPr b="1"/>
              <a:t>Programming Languages &amp; CS Constructs</a:t>
            </a:r>
          </a:p>
          <a:p>
            <a:pPr>
              <a:defRPr sz="2000"/>
            </a:pPr>
            <a:r>
              <a:rPr b="0"/>
              <a:t>Proficient in Python, Java, C++, C.</a:t>
            </a:r>
          </a:p>
          <a:p>
            <a:pPr>
              <a:defRPr sz="2000"/>
            </a:pPr>
            <a:r>
              <a:rPr b="0"/>
              <a:t>Strong foundation in Data Structures, Operating Systems, DBMS, and Computer Networks.</a:t>
            </a:r>
          </a:p>
          <a:p>
            <a:pPr>
              <a:defRPr sz="2000"/>
            </a:pPr>
            <a:r>
              <a:rPr b="1"/>
              <a:t>AI/ML Technologies</a:t>
            </a:r>
          </a:p>
          <a:p>
            <a:pPr>
              <a:defRPr sz="2000"/>
            </a:pPr>
            <a:r>
              <a:rPr b="0"/>
              <a:t>Expertise in Neural Networks, NLP, Computer Vision, Reinforcement Learning, Deep Learning, LLMs, and Langchain.</a:t>
            </a:r>
          </a:p>
          <a:p>
            <a:pPr>
              <a:defRPr sz="2000"/>
            </a:pPr>
            <a:r>
              <a:rPr b="1"/>
              <a:t>Frameworks, Libraries &amp; Tools</a:t>
            </a:r>
          </a:p>
          <a:p>
            <a:pPr>
              <a:defRPr sz="2000"/>
            </a:pPr>
            <a:r>
              <a:rPr b="0"/>
              <a:t>Experienced with NumPy, Pandas, Matplotlib, PyTorch, Scikit-learn.</a:t>
            </a:r>
          </a:p>
          <a:p>
            <a:pPr>
              <a:defRPr sz="2000"/>
            </a:pPr>
            <a:r>
              <a:rPr b="0"/>
              <a:t>Proficient in Linux, GitHub, Docker, Wireshark, and Colab.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302824"/>
                </a:solidFill>
              </a:defRPr>
            </a:pPr>
            <a:r>
              <a:rPr b="0"/>
              <a:t>Professional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rPr b="1"/>
              <a:t>Software Engineering Intern | miniOrange</a:t>
            </a:r>
          </a:p>
          <a:p>
            <a:pPr>
              <a:defRPr sz="2000"/>
            </a:pPr>
            <a:r>
              <a:rPr b="0"/>
              <a:t>Implemented Single Sign-On (SSO) using OAuth 2.0 for WordPress websites, enhancing security. (June 2025 – Jul 2025)</a:t>
            </a:r>
          </a:p>
          <a:p>
            <a:pPr>
              <a:defRPr sz="2000"/>
            </a:pPr>
            <a:r>
              <a:rPr b="1"/>
              <a:t>Machine Learning Intern | Cloud Cad AI</a:t>
            </a:r>
          </a:p>
          <a:p>
            <a:pPr>
              <a:defRPr sz="2000"/>
            </a:pPr>
            <a:r>
              <a:rPr b="0"/>
              <a:t>Developed an AI-integrated Product Lifecycle Management (PLM) system for the manufacturing industry. (Mar 2025 – June 2025)</a:t>
            </a:r>
          </a:p>
          <a:p>
            <a:pPr>
              <a:defRPr sz="2000"/>
            </a:pPr>
            <a:r>
              <a:rPr b="1"/>
              <a:t>Research Intern | Ganpat University &amp; Amity University</a:t>
            </a:r>
          </a:p>
          <a:p>
            <a:pPr>
              <a:defRPr sz="2000"/>
            </a:pPr>
            <a:r>
              <a:rPr b="0"/>
              <a:t>Selected for WSRIP and USRF programs, specializing in medical diagnosis and deep learning research. (Jan 2025 – Mar 2025, Jun 2024 – Jul 2024)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302824"/>
                </a:solidFill>
              </a:defRPr>
            </a:pPr>
            <a:r>
              <a:rPr b="0"/>
              <a:t>Impactful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rPr b="1"/>
              <a:t>AI-Based PowerPoint Presentation Generator</a:t>
            </a:r>
          </a:p>
          <a:p>
            <a:pPr>
              <a:defRPr sz="2000"/>
            </a:pPr>
            <a:r>
              <a:rPr b="0"/>
              <a:t>Developed an AI tool using Python and Langchain to generate slides from user input. (Jun 2025)</a:t>
            </a:r>
          </a:p>
          <a:p>
            <a:pPr>
              <a:defRPr sz="2000"/>
            </a:pPr>
            <a:r>
              <a:rPr b="1"/>
              <a:t>Bone Fracture Detection using Ensemble Learning</a:t>
            </a:r>
          </a:p>
          <a:p>
            <a:pPr>
              <a:defRPr sz="2000"/>
            </a:pPr>
            <a:r>
              <a:rPr b="0"/>
              <a:t>Implemented ensemble learning models, achieving 92% accuracy in bone fracture detection. (Jun 2024)</a:t>
            </a:r>
          </a:p>
          <a:p>
            <a:pPr>
              <a:defRPr sz="2000"/>
            </a:pPr>
            <a:r>
              <a:rPr b="1"/>
              <a:t>Pothole Segmentation (Deep Learning, Python)</a:t>
            </a:r>
          </a:p>
          <a:p>
            <a:pPr>
              <a:defRPr sz="2000"/>
            </a:pPr>
            <a:r>
              <a:rPr b="0"/>
              <a:t>Engineered a YOLO-based deep learning model for accurate pothole detection and segmentation. (Apr 2024)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302824"/>
                </a:solidFill>
              </a:defRPr>
            </a:pPr>
            <a:r>
              <a:rPr b="0"/>
              <a:t>Certifications, Leadership &amp;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rPr b="1"/>
              <a:t>Key Certifications &amp; Publications</a:t>
            </a:r>
          </a:p>
          <a:p>
            <a:pPr>
              <a:defRPr sz="2000"/>
            </a:pPr>
            <a:r>
              <a:rPr b="0"/>
              <a:t>Certified in Fundamentals of Deep Learning by Nvidia and Wireless Security by IIT, Hyderabad.</a:t>
            </a:r>
          </a:p>
          <a:p>
            <a:pPr>
              <a:defRPr sz="2000"/>
            </a:pPr>
            <a:r>
              <a:rPr b="0"/>
              <a:t>Published a review on Fire and Smoke Detection using ML and IoT.</a:t>
            </a:r>
          </a:p>
          <a:p>
            <a:pPr>
              <a:defRPr sz="2000"/>
            </a:pPr>
            <a:r>
              <a:rPr b="1"/>
              <a:t>Leadership &amp; Extracurriculars</a:t>
            </a:r>
          </a:p>
          <a:p>
            <a:pPr>
              <a:defRPr sz="2000"/>
            </a:pPr>
            <a:r>
              <a:rPr b="0"/>
              <a:t>Placement Drives Executive for Training and Placement Cell (Nov 2023 – Present).</a:t>
            </a:r>
          </a:p>
          <a:p>
            <a:pPr>
              <a:defRPr sz="2000"/>
            </a:pPr>
            <a:r>
              <a:rPr b="0"/>
              <a:t>Served as Class Representative for two years and Finance Head for Zenith.</a:t>
            </a:r>
          </a:p>
          <a:p>
            <a:pPr>
              <a:defRPr sz="2000"/>
            </a:pPr>
            <a:r>
              <a:rPr b="1"/>
              <a:t>Competitive Achievements</a:t>
            </a:r>
          </a:p>
          <a:p>
            <a:pPr>
              <a:defRPr sz="2000"/>
            </a:pPr>
            <a:r>
              <a:rPr b="0"/>
              <a:t>Achieved a global rank in the top 60,000 on LeetCode (1,000+ problems solved).</a:t>
            </a:r>
          </a:p>
          <a:p>
            <a:pPr>
              <a:defRPr sz="2000"/>
            </a:pPr>
            <a:r>
              <a:rPr b="0"/>
              <a:t>Secured Rank 1 at Ganpat University’s WSRIP-2024 Competition.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302824"/>
                </a:solidFill>
              </a:defRPr>
            </a:pPr>
            <a:r>
              <a:rPr b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